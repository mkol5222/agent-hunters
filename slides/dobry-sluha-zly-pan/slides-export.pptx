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comment block of each slide will be treated as slide notes. It will be visible and editable in Presenter Mode along with the slide. [Read more in the docs](https://sli.dev/guide/syntax.html#notes)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Servus bonus,
dominus malus est
</dc:title>
  <dc:subject>## Slidev Starter Template
Presentation slides for developers.
Learn more at [Sli.dev](https://sli.dev)
</dc:subject>
  <dc:creator/>
  <cp:lastModifiedBy/>
  <cp:revision>1</cp:revision>
  <dcterms:created xsi:type="dcterms:W3CDTF">2026-06-01T05:54:01Z</dcterms:created>
  <dcterms:modified xsi:type="dcterms:W3CDTF">2026-06-01T05:54:01Z</dcterms:modified>
</cp:coreProperties>
</file>